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Zomato Restaurants Analysis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4337981" y="5395833"/>
            <a:ext cx="64008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Richin Stanly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 &amp; Key Metrics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restaurants: 9551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Countries in dataset: N/A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Cities in dataset: 141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cuisines (approx): 145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Cities by Restaurants</a:t>
            </a:r>
            <a:endParaRPr/>
          </a:p>
        </p:txBody>
      </p:sp>
      <p:pic>
        <p:nvPicPr>
          <p:cNvPr descr="top_cities.png" id="97" name="Google Shape;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822960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Cuisines</a:t>
            </a:r>
            <a:endParaRPr/>
          </a:p>
        </p:txBody>
      </p:sp>
      <p:pic>
        <p:nvPicPr>
          <p:cNvPr descr="top_cuisines.png" id="103" name="Google Shape;10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822960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Rating Distribution</a:t>
            </a:r>
            <a:endParaRPr/>
          </a:p>
        </p:txBody>
      </p:sp>
      <p:pic>
        <p:nvPicPr>
          <p:cNvPr descr="rating_dist.png" id="109" name="Google Shape;1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88720"/>
            <a:ext cx="8229600" cy="462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Auto-generated Insights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Majority of restaurants are concentrated in a few countries and cities.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Top cuisines include North Indian, Chinese, Fast Food, Mughlai, Italian, etc.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Ratings are distributed across the range; check slide for exact histogram.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Table booking and online delivery availability differ by region — consider strategies per city.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Recommendations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Improve service quality &amp; consistency for low-rated restaurants.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Explore niche cuisines in saturated cities to stand out.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Promote online delivery &amp; table booking where adoption is low.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