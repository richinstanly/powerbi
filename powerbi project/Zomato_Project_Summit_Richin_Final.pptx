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Zomato Restaurant Insights Dashboard (Advanced Analysis)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Richin Stanly • Data Science • 12 PM Batch (May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Dataset introduction</a:t>
            </a:r>
          </a:p>
          <a:p>
            <a:pPr lvl="1"/>
            <a:r>
              <a:rPr dirty="0"/>
              <a:t>Cleaning &amp; transformation</a:t>
            </a:r>
          </a:p>
          <a:p>
            <a:pPr lvl="1"/>
            <a:r>
              <a:rPr dirty="0"/>
              <a:t>Country-level insights</a:t>
            </a:r>
          </a:p>
          <a:p>
            <a:pPr lvl="1"/>
            <a:r>
              <a:rPr dirty="0"/>
              <a:t>City-level insights</a:t>
            </a:r>
          </a:p>
          <a:p>
            <a:pPr lvl="1"/>
            <a:r>
              <a:rPr dirty="0"/>
              <a:t>Cuisine diversity analysis</a:t>
            </a:r>
          </a:p>
          <a:p>
            <a:pPr lvl="1"/>
            <a:r>
              <a:rPr dirty="0"/>
              <a:t>Rating behavior patterns</a:t>
            </a:r>
          </a:p>
          <a:p>
            <a:pPr lvl="1"/>
            <a:r>
              <a:rPr dirty="0"/>
              <a:t>Price psychology &amp; spending habits</a:t>
            </a:r>
          </a:p>
          <a:p>
            <a:pPr lvl="1"/>
            <a:r>
              <a:rPr dirty="0"/>
              <a:t>Votes &amp; engagement trends</a:t>
            </a:r>
          </a:p>
          <a:p>
            <a:pPr lvl="1"/>
            <a:r>
              <a:rPr dirty="0"/>
              <a:t>Correlation &amp; advanced analytics</a:t>
            </a:r>
          </a:p>
          <a:p>
            <a:pPr lvl="1"/>
            <a:r>
              <a:rPr dirty="0"/>
              <a:t>Business recommendations</a:t>
            </a:r>
          </a:p>
          <a:p>
            <a:pPr lvl="1"/>
            <a:r>
              <a:rPr dirty="0"/>
              <a:t>Final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restaurants: 9551</a:t>
            </a:r>
          </a:p>
          <a:p>
            <a:pPr lvl="1"/>
            <a:r>
              <a:t>Countries covered: N/A</a:t>
            </a:r>
          </a:p>
          <a:p>
            <a:pPr lvl="1"/>
            <a:r>
              <a:t>Cities in dataset: 141</a:t>
            </a:r>
          </a:p>
          <a:p>
            <a:pPr lvl="1"/>
            <a:r>
              <a:t>Unique cuisines: 145</a:t>
            </a:r>
          </a:p>
          <a:p>
            <a:pPr lvl="1"/>
            <a:r>
              <a:t>Includes rating, price, votes, cuisines, 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null values where required</a:t>
            </a:r>
          </a:p>
          <a:p>
            <a:pPr lvl="1"/>
            <a:r>
              <a:t>Split multi-value cuisine column</a:t>
            </a:r>
          </a:p>
          <a:p>
            <a:pPr lvl="1"/>
            <a:r>
              <a:t>Standardized text formatting</a:t>
            </a:r>
          </a:p>
          <a:p>
            <a:pPr lvl="1"/>
            <a:r>
              <a:t>Converted rating, votes &amp; price to numeric</a:t>
            </a:r>
          </a:p>
          <a:p>
            <a:pPr lvl="1"/>
            <a:r>
              <a:t>Removed extreme outliers in price/votes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</a:t>
            </a:r>
          </a:p>
        </p:txBody>
      </p:sp>
      <p:pic>
        <p:nvPicPr>
          <p:cNvPr id="3" name="Picture 2" descr="top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Cuisines</a:t>
            </a:r>
          </a:p>
        </p:txBody>
      </p:sp>
      <p:pic>
        <p:nvPicPr>
          <p:cNvPr id="3" name="Picture 2" descr="top_cuis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Dist</a:t>
            </a:r>
          </a:p>
        </p:txBody>
      </p:sp>
      <p:pic>
        <p:nvPicPr>
          <p:cNvPr id="3" name="Picture 2" descr="ratin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Votes Dist</a:t>
            </a:r>
          </a:p>
        </p:txBody>
      </p:sp>
      <p:pic>
        <p:nvPicPr>
          <p:cNvPr id="3" name="Picture 2" descr="vote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Votes Vs Rating</a:t>
            </a:r>
          </a:p>
        </p:txBody>
      </p:sp>
      <p:pic>
        <p:nvPicPr>
          <p:cNvPr id="3" name="Picture 2" descr="votes_vs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–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restaurants are rated between 3.0 and 4.5</a:t>
            </a:r>
          </a:p>
          <a:p>
            <a:pPr lvl="1"/>
            <a:r>
              <a:t>Low-rated restaurants often have low votes or service issues</a:t>
            </a:r>
          </a:p>
          <a:p>
            <a:pPr lvl="1"/>
            <a:r>
              <a:t>High-priced restaurants maintain stable ratings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Insights – Price &amp; Spending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Majority of customers prefer mid-range pricing</a:t>
            </a:r>
          </a:p>
          <a:p>
            <a:pPr lvl="1"/>
            <a:r>
              <a:t>Cost for two varies massively by country/city</a:t>
            </a:r>
          </a:p>
          <a:p>
            <a:pPr lvl="1"/>
            <a:r>
              <a:t>Budget restaurants dominate in high-density cities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– Votes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Votes strongly correlate with high ratings</a:t>
            </a:r>
          </a:p>
          <a:p>
            <a:pPr lvl="1"/>
            <a:r>
              <a:t>Restaurants with high engagement attract more customers</a:t>
            </a:r>
          </a:p>
          <a:p>
            <a:pPr lvl="1"/>
            <a:r>
              <a:t>Low voted restaurants struggle regardless of cuisine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table booking for premium restaurants</a:t>
            </a:r>
          </a:p>
          <a:p>
            <a:pPr lvl="1"/>
            <a:r>
              <a:t>Encourage online delivery for high-density regions</a:t>
            </a:r>
          </a:p>
          <a:p>
            <a:pPr lvl="1"/>
            <a:r>
              <a:t>Introduce niche cuisines in metro cities</a:t>
            </a:r>
          </a:p>
          <a:p>
            <a:pPr lvl="1"/>
            <a:r>
              <a:t>Optimize pricing based on local spending behavior</a:t>
            </a:r>
          </a:p>
          <a:p>
            <a:pPr lvl="1"/>
            <a:r>
              <a:t>Improve online engagement (reviews, ratings, votes)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Zomato data reveals strong regional diversity</a:t>
            </a:r>
          </a:p>
          <a:p>
            <a:pPr lvl="1"/>
            <a:r>
              <a:t>Ratings &amp; votes are critical business drivers</a:t>
            </a:r>
          </a:p>
          <a:p>
            <a:pPr lvl="1"/>
            <a:r>
              <a:t>Price strategy significantly impacts customer decisions</a:t>
            </a:r>
          </a:p>
          <a:p>
            <a:pPr lvl="1"/>
            <a:r>
              <a:t>Cities offer the largest market potential</a:t>
            </a:r>
          </a:p>
          <a:p>
            <a:pPr lvl="1"/>
            <a:r>
              <a:t>Overall, strong growth opportunities for targeted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30303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</Words>
  <Application>Microsoft Office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Zomato Restaurant Insights Dashboard (Advanced Analysis)</vt:lpstr>
      <vt:lpstr>Agenda</vt:lpstr>
      <vt:lpstr>Dataset Overview</vt:lpstr>
      <vt:lpstr>Data Cleaning Steps</vt:lpstr>
      <vt:lpstr>Top Cities</vt:lpstr>
      <vt:lpstr>Top Cuisines</vt:lpstr>
      <vt:lpstr>Rating Dist</vt:lpstr>
      <vt:lpstr>Votes Dist</vt:lpstr>
      <vt:lpstr>Votes Vs Rating</vt:lpstr>
      <vt:lpstr>Key Insights – Ratings</vt:lpstr>
      <vt:lpstr>Key Insights – Price &amp; Spending Patterns</vt:lpstr>
      <vt:lpstr>Key Insights – Votes &amp; Engagement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Insights Dashboard (Advanced Analysis)</dc:title>
  <dc:subject/>
  <dc:creator/>
  <cp:keywords/>
  <dc:description>generated using python-pptx</dc:description>
  <cp:lastModifiedBy>Richin Stanly</cp:lastModifiedBy>
  <cp:revision>2</cp:revision>
  <dcterms:created xsi:type="dcterms:W3CDTF">2013-01-27T09:14:16Z</dcterms:created>
  <dcterms:modified xsi:type="dcterms:W3CDTF">2025-11-14T12:36:22Z</dcterms:modified>
  <cp:category/>
</cp:coreProperties>
</file>